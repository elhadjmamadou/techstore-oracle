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1984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1984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5156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2F55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TechStore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713232" y="181051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B53"/>
                </a:solidFill>
              </a:rPr>
              <a:t>Solution complete de gestion de ventes en ligne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Administration d'une base de donnees Oracle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89520" y="868680"/>
            <a:ext cx="3566160" cy="3566160"/>
          </a:xfrm>
          <a:prstGeom prst="arc">
            <a:avLst/>
          </a:prstGeom>
          <a:noFill/>
          <a:ln w="38100">
            <a:solidFill>
              <a:srgbClr val="2F5597">
                <a:alpha val="9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1325880"/>
            <a:ext cx="2651760" cy="2651760"/>
          </a:xfrm>
          <a:prstGeom prst="arc">
            <a:avLst/>
          </a:prstGeom>
          <a:noFill/>
          <a:ln w="38100">
            <a:solidFill>
              <a:srgbClr val="93C5FD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4572000"/>
            <a:ext cx="1005840" cy="438912"/>
          </a:xfrm>
          <a:prstGeom prst="roundRect">
            <a:avLst>
              <a:gd name="adj" fmla="val 10417"/>
            </a:avLst>
          </a:prstGeom>
          <a:solidFill>
            <a:srgbClr val="DBEAFE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62088" y="466344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MCD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549640" y="4791456"/>
            <a:ext cx="640080" cy="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235440" y="4572000"/>
            <a:ext cx="1005840" cy="438912"/>
          </a:xfrm>
          <a:prstGeom prst="roundRect">
            <a:avLst>
              <a:gd name="adj" fmla="val 10417"/>
            </a:avLst>
          </a:prstGeom>
          <a:solidFill>
            <a:srgbClr val="DCFCE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99448" y="466344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SQL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287000" y="4791456"/>
            <a:ext cx="640080" cy="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972800" y="4572000"/>
            <a:ext cx="1005840" cy="438912"/>
          </a:xfrm>
          <a:prstGeom prst="roundRect">
            <a:avLst>
              <a:gd name="adj" fmla="val 10417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36808" y="466344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DBA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429768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84548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Oracle 19c+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84832" y="429768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4384548"/>
            <a:ext cx="14264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Docker + DataGrip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58768" y="4297680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68496" y="4384548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Soutenance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65471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Projet de fin d'annee - TechStore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1984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 du projet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Construire une base Oracle exploitable, securisee, optimisee et sauvegardee.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Projet Oracle TechStore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3749040" cy="406908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69164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53"/>
                </a:solidFill>
              </a:rPr>
              <a:t>Ce que le projet doit prouver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31546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Transformer un besoin e-commerce en modele de donnees.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31546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Creer les objets Oracle : tables, vues, index, synonymes.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31546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Interroger les donnees avec SQL avance.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31546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Administrer : roles, profils, audit et sauvegardes.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069080"/>
            <a:ext cx="31546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Automatiser les regles metier avec PL/SQL.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1417320"/>
            <a:ext cx="6583680" cy="4069080"/>
          </a:xfrm>
          <a:prstGeom prst="roundRect">
            <a:avLst>
              <a:gd name="adj" fmla="val 1348"/>
            </a:avLst>
          </a:prstGeom>
          <a:solidFill>
            <a:srgbClr val="F8FA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53"/>
                </a:solidFill>
              </a:rPr>
              <a:t>Vision globale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12080" y="2423160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DBEAFE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2514600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Conception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2688336"/>
            <a:ext cx="685800" cy="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43800" y="2423160"/>
            <a:ext cx="1280160" cy="530352"/>
          </a:xfrm>
          <a:prstGeom prst="roundRect">
            <a:avLst>
              <a:gd name="adj" fmla="val 8621"/>
            </a:avLst>
          </a:prstGeom>
          <a:solidFill>
            <a:srgbClr val="DCFCE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7808" y="2514600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SQL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97112" y="2688336"/>
            <a:ext cx="640080" cy="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2423160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65208" y="2514600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PL/SQL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0" y="3794760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EE2E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33288" y="3886200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Securite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269480" y="4059936"/>
            <a:ext cx="640080" cy="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01000" y="3794760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65008" y="3886200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Optimisation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01200" y="4059936"/>
            <a:ext cx="640080" cy="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287000" y="3794760"/>
            <a:ext cx="91440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12700">
            <a:solidFill>
              <a:srgbClr val="243B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51008" y="388620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RMAN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1984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de travail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Un schema TECHSTORE, des scripts par partie et des traces d'execution.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Projet Oracle TechStore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1097280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627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597"/>
                </a:solidFill>
              </a:rPr>
              <a:t>Oracle Docker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24028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331720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oracle-free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FREEPDB1:1521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34640" y="2651760"/>
            <a:ext cx="1051560" cy="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069080" y="16276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Outils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0" y="2240280"/>
            <a:ext cx="2057400" cy="822960"/>
          </a:xfrm>
          <a:prstGeom prst="roundRect">
            <a:avLst>
              <a:gd name="adj" fmla="val 5556"/>
            </a:avLst>
          </a:prstGeom>
          <a:solidFill>
            <a:srgbClr val="DCFCE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04488" y="2331720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DataGrip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SQL*Plus / RMAN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89320" y="2651760"/>
            <a:ext cx="1051560" cy="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269480" y="16276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Schema projet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95160" y="2240280"/>
            <a:ext cx="2057400" cy="822960"/>
          </a:xfrm>
          <a:prstGeom prst="roundRect">
            <a:avLst>
              <a:gd name="adj" fmla="val 5556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9168" y="2331720"/>
            <a:ext cx="192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TECHSTORE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Tables + objets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62288" y="2651760"/>
            <a:ext cx="914400" cy="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104120" y="16276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Preuves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012680" y="2240280"/>
            <a:ext cx="1234440" cy="822960"/>
          </a:xfrm>
          <a:prstGeom prst="roundRect">
            <a:avLst>
              <a:gd name="adj" fmla="val 5556"/>
            </a:avLst>
          </a:prstGeom>
          <a:solidFill>
            <a:srgbClr val="FEE2E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76688" y="2331720"/>
            <a:ext cx="1106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Traces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Captures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0120" y="3730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B53"/>
                </a:solidFill>
              </a:rPr>
              <a:t>Organisation du depot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" y="4206240"/>
            <a:ext cx="10149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4155"/>
                </a:solidFill>
              </a:rPr>
              <a:t>01 conception  •  02 objets  •  03 donnees  •  04 requetes  •  05 optimisation  •  06 securite  •  07 sauvegarde  •  08 PL/SQL  •  09 reseau  •  10 rapport  •  11 soutenance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1984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Conception : MCD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Les entites metier et leurs cardinalites structurent toute la solution.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Projet Oracle TechStore</a:t>
            </a:r>
            <a:endParaRPr lang="en-US" sz="850" dirty="0"/>
          </a:p>
        </p:txBody>
      </p:sp>
      <p:pic>
        <p:nvPicPr>
          <p:cNvPr id="7" name="Image 0" descr="/mnt/data/part1_extract/01_modelisation_conception/mcd/MCD_Tech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25880"/>
            <a:ext cx="6720840" cy="4983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99248" y="1508760"/>
            <a:ext cx="3703320" cy="45262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01000" y="18105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53"/>
                </a:solidFill>
              </a:rPr>
              <a:t>Points cles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028432" y="2304288"/>
            <a:ext cx="29718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CLIENT passe des COMMANDES.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28432" y="2761488"/>
            <a:ext cx="29718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COMMANDE contient des LIGNES.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28432" y="3218688"/>
            <a:ext cx="29718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PRODUIT appartient a une CATEGORIE.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28432" y="3675888"/>
            <a:ext cx="29718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CATEGORIE gere une hierarchie.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28432" y="4133088"/>
            <a:ext cx="29718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AVIS et STOCK_HISTORIQUE assurent le suivi metier.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1984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Conception : MLD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Passage du modele conceptuel vers les tables Oracle.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Projet Oracle TechStore</a:t>
            </a:r>
            <a:endParaRPr lang="en-US" sz="850" dirty="0"/>
          </a:p>
        </p:txBody>
      </p:sp>
      <p:pic>
        <p:nvPicPr>
          <p:cNvPr id="7" name="Image 0" descr="/mnt/data/part1_extract/01_modelisation_conception/mld/MLD_Tech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4937760" cy="5257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89320" y="1463040"/>
            <a:ext cx="5349240" cy="4434840"/>
          </a:xfrm>
          <a:prstGeom prst="roundRect">
            <a:avLst>
              <a:gd name="adj" fmla="val 1237"/>
            </a:avLst>
          </a:prstGeom>
          <a:solidFill>
            <a:srgbClr val="F8FA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09360" y="1737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53"/>
                </a:solidFill>
              </a:rPr>
              <a:t>Tables retenues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2267712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4808" y="235915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CATEGORIE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hierarchie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0" y="2953512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EEF4FF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64808" y="304495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FOURNISSEUR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approvisionnement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0" y="3639312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64808" y="373075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CLIENT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profil acheteur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0" y="4325112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EEF4FF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64808" y="441655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PRODUIT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catalogue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823960" y="2267712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87968" y="235915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COMMANDE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vente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823960" y="2953512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EEF4FF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87968" y="304495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LIGNE_COMMANDE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detail vente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823960" y="3639312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87968" y="373075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AVIS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retour client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823960" y="4325112"/>
            <a:ext cx="2057400" cy="475488"/>
          </a:xfrm>
          <a:prstGeom prst="roundRect">
            <a:avLst>
              <a:gd name="adj" fmla="val 9615"/>
            </a:avLst>
          </a:prstGeom>
          <a:solidFill>
            <a:srgbClr val="EEF4FF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887968" y="4416552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STOCK_HISTORIQUE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mouvements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1984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Creation des objets Oracle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La partie 2 separe les objets pour rester lisible et conforme au sujet.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Projet Oracle TechStore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207008" y="1645920"/>
            <a:ext cx="822960" cy="822960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186537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</a:rPr>
              <a:t>Tables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172968"/>
            <a:ext cx="1965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67085"/>
                </a:solidFill>
              </a:rPr>
              <a:t>PK, FK, CHECK, UNIQUE, NOT NULL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2240280" y="2057400"/>
            <a:ext cx="5943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47288" y="1645920"/>
            <a:ext cx="822960" cy="82296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86537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971800" y="27432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</a:rPr>
              <a:t>Sequences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80360" y="3172968"/>
            <a:ext cx="1965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67085"/>
                </a:solidFill>
              </a:rPr>
              <a:t>Clients, commandes, avis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4480560" y="2057400"/>
            <a:ext cx="5943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87568" y="164592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7568" y="186537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12080" y="27432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</a:rPr>
              <a:t>Index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3172968"/>
            <a:ext cx="1965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67085"/>
                </a:solidFill>
              </a:rPr>
              <a:t>B-tree, unique, bitmap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6720840" y="2057400"/>
            <a:ext cx="5943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927848" y="164592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27848" y="186537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52360" y="27432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</a:rPr>
              <a:t>Vues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60920" y="3172968"/>
            <a:ext cx="1965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67085"/>
                </a:solidFill>
              </a:rPr>
              <a:t>Stock faible, top clients, CA mensuel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8961120" y="2057400"/>
            <a:ext cx="5943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168128" y="1645920"/>
            <a:ext cx="822960" cy="82296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68128" y="186537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92640" y="27432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</a:rPr>
              <a:t>Synonymes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0" y="3172968"/>
            <a:ext cx="196596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67085"/>
                </a:solidFill>
              </a:rPr>
              <a:t>produits, commandes_recentes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1051560" y="4892040"/>
            <a:ext cx="100126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5120640"/>
            <a:ext cx="9555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</a:rPr>
              <a:t>Execution recommandee : tables → sequences → index → vues → synonymes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1984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Donnees et interrogation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Un jeu de donnees complet permet de valider les contraintes et les requetes.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Projet Oracle TechStore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463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5597"/>
                </a:solidFill>
              </a:rPr>
              <a:t>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12648" y="19019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463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</a:rPr>
              <a:t>20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40280" y="19019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Produits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13632" y="1463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5597"/>
                </a:solidFill>
              </a:rPr>
              <a:t>15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867912" y="19019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Clients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41264" y="1463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</a:rPr>
              <a:t>30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95544" y="19019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Commandes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68896" y="1463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5597"/>
                </a:solidFill>
              </a:rPr>
              <a:t>50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123176" y="19019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Lignes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96528" y="1463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</a:rPr>
              <a:t>10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750808" y="19019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Avis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0" y="1463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5597"/>
                </a:solidFill>
              </a:rPr>
              <a:t>15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0378440" y="19019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Mouvements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2971800"/>
            <a:ext cx="1074420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43000" y="3273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53"/>
                </a:solidFill>
              </a:rPr>
              <a:t>Requetes de validation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749040"/>
            <a:ext cx="9326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Requetes simples : clients par ville, ruptures, commandes recentes, avis note 5.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160520"/>
            <a:ext cx="9326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Jointures : detail commandes, chemin de categorie, clients sans commande, CA fournisseur.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4572000"/>
            <a:ext cx="9326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Groupes et sous-requetes : agregats, moyennes, produits jamais commandes, mediane.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983480"/>
            <a:ext cx="932688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Analytiques : RANK, DENSE_RANK, CA cumule 3 mois, part du CA par categorie.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1984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metier automatisees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Les procedures et triggers rendent la base plus robuste.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Projet Oracle TechStore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2960" y="1371600"/>
            <a:ext cx="5074920" cy="4389120"/>
          </a:xfrm>
          <a:prstGeom prst="roundRect">
            <a:avLst>
              <a:gd name="adj" fmla="val 1250"/>
            </a:avLst>
          </a:prstGeom>
          <a:solidFill>
            <a:srgbClr val="F8FA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597"/>
                </a:solidFill>
              </a:rPr>
              <a:t>Procedures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240280"/>
            <a:ext cx="43434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calculer_total_commande : met a jour le montant total.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788920"/>
            <a:ext cx="43434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appliquer_fidelite : 1 point par 10 euros depenses.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337560"/>
            <a:ext cx="43434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reapprovisionner_stock : liste les produits sous seuil.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07492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1691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Declencheurs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2240280"/>
            <a:ext cx="43434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TRG_STOCK : refuse une ligne si stock insuffisant.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2788920"/>
            <a:ext cx="43434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TRG_HISTORIQUE : baisse le stock et trace le mouvement.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3337560"/>
            <a:ext cx="43434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TRG_AVIS : autorise l'avis seulement apres achat.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0" y="4800600"/>
            <a:ext cx="132588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07208" y="4892040"/>
            <a:ext cx="119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Achat valide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60520" y="5029200"/>
            <a:ext cx="21031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55080" y="480060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489204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Stock + historique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1984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Optimisation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L'objectif est de justifier les choix de performance, pas seulement de les executer.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Projet Oracle TechStore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417320"/>
            <a:ext cx="3291840" cy="42976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737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B53"/>
                </a:solidFill>
              </a:rPr>
              <a:t>Top 10 clients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331720"/>
            <a:ext cx="25603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Plan avant indexation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788920"/>
            <a:ext cx="25603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Index supplementaire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246120"/>
            <a:ext cx="25603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Plan apres indexation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703320"/>
            <a:ext cx="25603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Comparaison du temps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417320"/>
            <a:ext cx="3291840" cy="4297680"/>
          </a:xfrm>
          <a:prstGeom prst="roundRect">
            <a:avLst>
              <a:gd name="adj" fmla="val 1667"/>
            </a:avLst>
          </a:prstGeom>
          <a:solidFill>
            <a:srgbClr val="F8FA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737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B53"/>
                </a:solidFill>
              </a:rPr>
              <a:t>Partitionnement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09160" y="2331720"/>
            <a:ext cx="25603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Table COMMANDE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2788920"/>
            <a:ext cx="25603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Partition RANGE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09160" y="3246120"/>
            <a:ext cx="25603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Critere date_commande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3703320"/>
            <a:ext cx="25603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Trimestres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92440" y="1417320"/>
            <a:ext cx="3291840" cy="42976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737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B53"/>
                </a:solidFill>
              </a:rPr>
              <a:t>Statistiques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66760" y="2331720"/>
            <a:ext cx="25603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DBMS_STATS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2788920"/>
            <a:ext cx="25603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Colonnes avec NULL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66760" y="3246120"/>
            <a:ext cx="25603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Bitmap candidates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66760" y="3703320"/>
            <a:ext cx="25603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Statut, type, note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1984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Administration et securite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La base doit limiter les droits et tracer les actions sensibles.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Projet Oracle TechStore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68680" y="1508760"/>
            <a:ext cx="2148840" cy="658368"/>
          </a:xfrm>
          <a:prstGeom prst="roundRect">
            <a:avLst>
              <a:gd name="adj" fmla="val 6944"/>
            </a:avLst>
          </a:prstGeom>
          <a:solidFill>
            <a:srgbClr val="DBEAFE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00200"/>
            <a:ext cx="2020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ROLE_VENTES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Ventes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0" y="1508760"/>
            <a:ext cx="2148840" cy="658368"/>
          </a:xfrm>
          <a:prstGeom prst="roundRect">
            <a:avLst>
              <a:gd name="adj" fmla="val 6944"/>
            </a:avLst>
          </a:prstGeom>
          <a:solidFill>
            <a:srgbClr val="DCFCE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21608" y="1600200"/>
            <a:ext cx="2020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ROLE_STOCK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Stock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46520" y="1508760"/>
            <a:ext cx="2148840" cy="658368"/>
          </a:xfrm>
          <a:prstGeom prst="roundRect">
            <a:avLst>
              <a:gd name="adj" fmla="val 6944"/>
            </a:avLst>
          </a:prstGeom>
          <a:solidFill>
            <a:srgbClr val="DBEAFE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600200"/>
            <a:ext cx="2020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ROLE_ADMIN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Administration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235440" y="1508760"/>
            <a:ext cx="2148840" cy="658368"/>
          </a:xfrm>
          <a:prstGeom prst="roundRect">
            <a:avLst>
              <a:gd name="adj" fmla="val 6944"/>
            </a:avLst>
          </a:prstGeom>
          <a:solidFill>
            <a:srgbClr val="DCFCE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99448" y="1600200"/>
            <a:ext cx="2020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ROLE_CLIENT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Client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2743200"/>
            <a:ext cx="475488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88720" y="30358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B53"/>
                </a:solidFill>
              </a:rPr>
              <a:t>Profil securite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88720" y="3566160"/>
            <a:ext cx="40233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Mot de passe expire apres 90 jours.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977640"/>
            <a:ext cx="40233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Blocage apres 3 tentatives.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389120"/>
            <a:ext cx="40233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Inactivite limitee a 30 minutes.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2743200"/>
            <a:ext cx="4754880" cy="2423160"/>
          </a:xfrm>
          <a:prstGeom prst="roundRect">
            <a:avLst>
              <a:gd name="adj" fmla="val 2264"/>
            </a:avLst>
          </a:prstGeom>
          <a:solidFill>
            <a:srgbClr val="F8FA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B53"/>
                </a:solidFill>
              </a:rPr>
              <a:t>Audit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720840" y="3566160"/>
            <a:ext cx="40233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Connexions echouees via audit unifie.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3977640"/>
            <a:ext cx="40233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Modifications de prix avant/apres.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0840" y="4389120"/>
            <a:ext cx="402336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Suppressions de commandes tracees.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1984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Sauvegarde et restauration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La strategie RMAN protege la base contre les pertes de donnees.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Projet Oracle TechStore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68680" y="1600200"/>
            <a:ext cx="1920240" cy="594360"/>
          </a:xfrm>
          <a:prstGeom prst="roundRect">
            <a:avLst>
              <a:gd name="adj" fmla="val 7692"/>
            </a:avLst>
          </a:prstGeom>
          <a:solidFill>
            <a:srgbClr val="DBEAFE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691640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ARCHIVELOG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80360" y="1901952"/>
            <a:ext cx="822960" cy="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749040" y="1600200"/>
            <a:ext cx="1920240" cy="594360"/>
          </a:xfrm>
          <a:prstGeom prst="roundRect">
            <a:avLst>
              <a:gd name="adj" fmla="val 7692"/>
            </a:avLst>
          </a:prstGeom>
          <a:solidFill>
            <a:srgbClr val="DCFCE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3048" y="1691640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FRA 10 Go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60720" y="1901952"/>
            <a:ext cx="822960" cy="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1600200"/>
            <a:ext cx="1920240" cy="594360"/>
          </a:xfrm>
          <a:prstGeom prst="roundRect">
            <a:avLst>
              <a:gd name="adj" fmla="val 7692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1691640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RMAN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41080" y="1901952"/>
            <a:ext cx="822960" cy="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509760" y="1600200"/>
            <a:ext cx="1920240" cy="594360"/>
          </a:xfrm>
          <a:prstGeom prst="roundRect">
            <a:avLst>
              <a:gd name="adj" fmla="val 7692"/>
            </a:avLst>
          </a:prstGeom>
          <a:solidFill>
            <a:srgbClr val="FEE2E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3768" y="1691640"/>
            <a:ext cx="17922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Validation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" y="3154680"/>
            <a:ext cx="105613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3429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53"/>
                </a:solidFill>
              </a:rPr>
              <a:t>Plan de sauvegarde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950208"/>
            <a:ext cx="94183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Niveau 0 : sauvegarde de reference le dimanche.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370832"/>
            <a:ext cx="94183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Niveau 1 cumulative : blocs modifies les autres jours.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791456"/>
            <a:ext cx="94183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Archives + control file : sauvegarde automatique du fichier de controle.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1984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Reseau local et demonstration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21208" y="786384"/>
            <a:ext cx="859536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Derniere verification : consulter une base distante et montrer le scenario final.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Projet Oracle TechStore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463040"/>
            <a:ext cx="5120640" cy="4206240"/>
          </a:xfrm>
          <a:prstGeom prst="roundRect">
            <a:avLst>
              <a:gd name="adj" fmla="val 1304"/>
            </a:avLst>
          </a:prstGeom>
          <a:solidFill>
            <a:srgbClr val="F8FA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7830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53"/>
                </a:solidFill>
              </a:rPr>
              <a:t>Connexion entre postes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2514600"/>
            <a:ext cx="1737360" cy="658368"/>
          </a:xfrm>
          <a:prstGeom prst="roundRect">
            <a:avLst>
              <a:gd name="adj" fmla="val 6944"/>
            </a:avLst>
          </a:prstGeom>
          <a:solidFill>
            <a:srgbClr val="DBEAFE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2606040"/>
            <a:ext cx="16093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Ubuntu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Oracle Docker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63240" y="2843784"/>
            <a:ext cx="914400" cy="0"/>
          </a:xfrm>
          <a:prstGeom prst="line">
            <a:avLst/>
          </a:prstGeom>
          <a:noFill/>
          <a:ln w="1905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23360" y="251460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DCFCE7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87368" y="2606040"/>
            <a:ext cx="1289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Windows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DataGrip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0"/>
            <a:ext cx="42062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Test port 1521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069080"/>
            <a:ext cx="42062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Connexion TECHSTORE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480560"/>
            <a:ext cx="420624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SELECT sur table distante ou DB link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493776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B53"/>
                </a:solidFill>
              </a:rPr>
              <a:t>Scenario de demo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2331720"/>
            <a:ext cx="41148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Verifier les donnees chargees.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2743200"/>
            <a:ext cx="41148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Afficher une requete analytique.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3154680"/>
            <a:ext cx="41148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Tester une procedure et un trigger.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3566160"/>
            <a:ext cx="411480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• Montrer securite, audit, RMAN et reseau.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4800600"/>
            <a:ext cx="411480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F5597"/>
                </a:solidFill>
              </a:rPr>
              <a:t>Conclusion : la solution couvre conception, SQL, PL/SQL, DBA, securite, sauvegarde et reseau.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01984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Projet de fin d'annee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TechStore - Soutenance Oracle</dc:title>
  <dc:subject>Soutenance projet Oracle TechStore</dc:subject>
  <dc:creator>Groupe TechStore</dc:creator>
  <cp:lastModifiedBy>Groupe TechStore</cp:lastModifiedBy>
  <cp:revision>1</cp:revision>
  <dcterms:created xsi:type="dcterms:W3CDTF">2026-05-22T14:47:53Z</dcterms:created>
  <dcterms:modified xsi:type="dcterms:W3CDTF">2026-05-22T14:47:53Z</dcterms:modified>
</cp:coreProperties>
</file>